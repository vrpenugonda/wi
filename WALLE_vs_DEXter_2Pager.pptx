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249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 vs DEXter  —  Classification Quality Assessment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Evaluation  ·  April 2026  ·  NSIS Monitoring &amp; Automation  ·  Optum Technology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795528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QUALITY VERDICT DISTRIBUTION — 177 SCORED INCIDENTS, 10 INDEPENDENT METRICS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3605662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969264"/>
            <a:ext cx="34959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  42.4%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25702" y="969264"/>
            <a:ext cx="1683776" cy="36576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971422" y="969264"/>
            <a:ext cx="159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 19.8%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09478" y="969264"/>
            <a:ext cx="3214482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673486" y="969264"/>
            <a:ext cx="31047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  37.8%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135331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score: WALLE 2.17 vs DEXter 2.19 on a 4.0 scale — statistically tied (gap = 0.024). DEXter's original study advantage has not reproduced at scale. WALLE wins more overall quality verdicts.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1618488"/>
            <a:ext cx="850392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" y="1664208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MODEL LEADS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0040" y="1847088"/>
            <a:ext cx="4160520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1847088"/>
            <a:ext cx="50292" cy="159105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11480" y="1901952"/>
            <a:ext cx="4014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  —  Actionability &amp; Operations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" y="2194560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57784" y="2148840"/>
            <a:ext cx="3867912" cy="1463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specificity: 3.1 vs 1.9 / 6.0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" y="2207850"/>
            <a:ext cx="3867912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higher. 74.5% of DEXter paths cannot trigger any automation.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" y="2455164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57784" y="2409444"/>
            <a:ext cx="3867912" cy="1463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Catch-all avoidance: 11.5% vs 57.1%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7784" y="2468454"/>
            <a:ext cx="3867912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 puts 57% of incidents into 'Error / Failure' — unusable for MBOs.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768" y="2715768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57784" y="2670048"/>
            <a:ext cx="3867912" cy="1463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 leader: 46.3% vs 35.6%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7784" y="2705613"/>
            <a:ext cx="3867912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across 7 independent quality dimensions.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9768" y="2976372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57784" y="2930652"/>
            <a:ext cx="3867912" cy="1463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Self-calibrating confidence: r=0.38, p&lt;0.001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57784" y="2966217"/>
            <a:ext cx="3867912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 signals trust level. DEXter has no equivalent.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29768" y="3236976"/>
            <a:ext cx="82296" cy="822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57784" y="3191256"/>
            <a:ext cx="3867912" cy="1463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verdict wins: 42.4% vs 37.9%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" y="3226821"/>
            <a:ext cx="3867912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more head-to-head comparisons at scale.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1847088"/>
            <a:ext cx="4160520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FDE68A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663440" y="1847088"/>
            <a:ext cx="50292" cy="15910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54880" y="1901952"/>
            <a:ext cx="4014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  —  Accuracy &amp; Consistency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73168" y="220370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01184" y="2148840"/>
            <a:ext cx="3867912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leader: 40.1% vs 31.6%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01184" y="2233953"/>
            <a:ext cx="386791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Modestly better problem identification on individual incidents.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73168" y="2532888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901184" y="2478024"/>
            <a:ext cx="3867912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consistency: 2.51 vs 1.81 / 3.0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01184" y="2563137"/>
            <a:ext cx="386791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taxonomy level follows more logically from the one above.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73168" y="286207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901184" y="2807208"/>
            <a:ext cx="3867912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stability: 4.1% vs 0.5%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901184" y="2892321"/>
            <a:ext cx="386791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incidents receive the same full classification path more reliably.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73168" y="3191256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901184" y="3136392"/>
            <a:ext cx="3867912" cy="1645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coverage: 95% vs 92.5%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01184" y="3221505"/>
            <a:ext cx="3867912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more incidents at subcategory level — via broad catch-alls.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0040" y="3502152"/>
            <a:ext cx="8503920" cy="877824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320040" y="3502152"/>
            <a:ext cx="50292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38912" y="355701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incident reduction MBOs: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38912" y="3758184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 is more internally tidy and slightly more accurate at naming problems. WALLE is more operationally useful — its paths carry enough specificity to trigger automation, define ownable MBO clusters, and signal when to trust the output. Classification accuracy without actionability is incomplete for a program built around measuring and reducing incident categories. The evidence does not support replacing WALLE with DEXter. It supports using them complementarily, or extending WALLE's taxonomy with DEXter's consistency improvements.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74320" y="4992624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200 incidents · Feb–Mar 2026 · LLM judge: GPT-5 · Zero judge failures · Full data: dexter_vs_walle_report__3_.xlsx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321040" y="499262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58368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6400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  —  Key Metrics &amp; Incident Examples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512064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200 incidents  ·  All A–G path metrics at full scale  ·  0 LLM judge failures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SCORECARD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27249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033272"/>
            <a:ext cx="25877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SCORE (0–4 SCALE)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11480" y="1179576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45920" y="1179576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3502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45920" y="1335024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2.19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1490472"/>
            <a:ext cx="2542032" cy="118872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8056" y="1490472"/>
            <a:ext cx="249631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— gap 0.024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72968" y="987552"/>
            <a:ext cx="27249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64408" y="1033272"/>
            <a:ext cx="25877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 LEADER %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264408" y="1179576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498848" y="1179576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46.3%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64408" y="133502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498848" y="1335024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35.6%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64408" y="1490472"/>
            <a:ext cx="2542032" cy="1188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00984" y="1490472"/>
            <a:ext cx="249631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  +10.7 pp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25896" y="987552"/>
            <a:ext cx="27249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17336" y="1033272"/>
            <a:ext cx="25877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LEADER %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6117336" y="1179576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51776" y="1179576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17336" y="1335024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51776" y="1335024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17336" y="1490472"/>
            <a:ext cx="2542032" cy="1188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153912" y="1490472"/>
            <a:ext cx="249631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  +8.5 pp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1700784"/>
            <a:ext cx="27249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11480" y="1746504"/>
            <a:ext cx="25877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SPECIFICITY (0–6)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11480" y="1892808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645920" y="1892808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1480" y="2048256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645920" y="2048256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1480" y="2203704"/>
            <a:ext cx="2542032" cy="1188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48056" y="2203704"/>
            <a:ext cx="249631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  60% higher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72968" y="1700784"/>
            <a:ext cx="27249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264408" y="1746504"/>
            <a:ext cx="25877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CONSISTENCY (0–3)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264408" y="1892808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498848" y="1892808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264408" y="2048256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498848" y="2048256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2.51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264408" y="2203704"/>
            <a:ext cx="2542032" cy="1188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300984" y="2203704"/>
            <a:ext cx="249631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 more coherent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25896" y="1700784"/>
            <a:ext cx="2724912" cy="6492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117336" y="1746504"/>
            <a:ext cx="258775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6117336" y="1892808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351776" y="1892808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0.38  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117336" y="2048256"/>
            <a:ext cx="594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351776" y="2048256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117336" y="2203704"/>
            <a:ext cx="2542032" cy="1188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153912" y="2203704"/>
            <a:ext cx="249631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 unique capability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20040" y="246888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CATCH-ALL RATE — INCIDENTS CLASSIFIED AS 'ERROR / FAILURE' OR OTHER GENERIC BUCKETS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20040" y="2642616"/>
            <a:ext cx="8503920" cy="2377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320040" y="2642616"/>
            <a:ext cx="977951" cy="2377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84048" y="26426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  11.5%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417320" y="264261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 of paths specific enough to own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0040" y="2926080"/>
            <a:ext cx="8503920" cy="2377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320040" y="2926080"/>
            <a:ext cx="4855738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84048" y="29260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  57.1%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20040" y="3200400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leader cannot build a reduction MBO around 'Error / Failure' — it groups clinical app failures, hardware issues, and network outages into one bucket with no ownable definition.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20040" y="3456432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EXAMPLES — WHERE THE CLASSIFICATION DIFFERENCE IS VISIBLE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20040" y="3639312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320040" y="3639312"/>
            <a:ext cx="50292" cy="347472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420624" y="3657600"/>
            <a:ext cx="83210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INC48665069  ·  SYMANTEC ENDPOINT AGENT MISCONFIGURED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20624" y="3758184"/>
            <a:ext cx="3794760" cy="10972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57200" y="3758184"/>
            <a:ext cx="37307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EndpointManagement → Application/Service → symantec_management_agent_repoint_to_smp_8_7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4325112" y="3758184"/>
            <a:ext cx="4425696" cy="10972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361688" y="3758184"/>
            <a:ext cx="43616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Software → Endpoint Management → Error / Failure → Application Update/Upgrade Failure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20624" y="3877056"/>
            <a:ext cx="832104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 3.83/4.0 vs DEXter 1.50/4.0  —  WALLE's L4 names the exact fix, enabling one-step automation. DEXter requires the technician to diagnose from scratch.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20040" y="4023360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320040" y="4023360"/>
            <a:ext cx="50292" cy="347472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20624" y="4041648"/>
            <a:ext cx="83210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INC48671125  ·  M&amp;A TRANSITION — BASSETT SUPPORT REQUEST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420624" y="4142232"/>
            <a:ext cx="3794760" cy="10972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457200" y="4142232"/>
            <a:ext cx="37307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ProcessInformational → Other RFI → Informational Ticket → m_and_a_general_support_information_provided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4325112" y="4142232"/>
            <a:ext cx="4425696" cy="10972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361688" y="4142232"/>
            <a:ext cx="43616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Accounts &amp; Identity → Access Management → How-To / Training → Browser / Web Application Issues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20624" y="4261104"/>
            <a:ext cx="832104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 3.50/4.0 vs DEXter 1.17/4.0  —  WALLE routes correctly to M&amp;A support. DEXter misframes as a browser access problem, sending to the wrong queue.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20040" y="4407408"/>
            <a:ext cx="8503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320040" y="4407408"/>
            <a:ext cx="50292" cy="347472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420624" y="4425696"/>
            <a:ext cx="83210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b="1" kern="0" spc="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OUTAGE CLUSTER  ·  ONLY VIABLE MBO CLUSTER IN THE DATASET (DEXTER, N=3)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420624" y="4526280"/>
            <a:ext cx="3794760" cy="109728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57200" y="4526280"/>
            <a:ext cx="37307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3 distinct paths: isp_spectrum_slow_or_dropping  /  isp_outage_confirmed_by_provider  /  Local_Internet_Unavailable_Prevents_VPN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4325112" y="4526280"/>
            <a:ext cx="4425696" cy="10972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4361688" y="4526280"/>
            <a:ext cx="436168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Network → WAN / Internet → ISP Degradation → ISP Outage  (LLM intervention: dual-ISP multihoming with BGP failover)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420624" y="4645152"/>
            <a:ext cx="8321040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 stability clusters sooner but treats degradation and full outage identically. WALLE distinguishes. At n=500+ WALLE clusters will be finer-grained with targeted MBO interventions.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274320" y="4992624"/>
            <a:ext cx="80467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F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judge scores: GPT-5  ·  Path metrics at n = 200  ·  0 LLM judge failures  ·  Full data: dexter_vs_walle_report__3_.xlsx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8321040" y="499262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FA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</Words>
  <Application>Microsoft Office PowerPoint</Application>
  <PresentationFormat>On-screen Show (16:9)</PresentationFormat>
  <Paragraphs>93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Venkata Ramana Penugonda</cp:lastModifiedBy>
  <cp:revision>2</cp:revision>
  <dcterms:created xsi:type="dcterms:W3CDTF">2026-04-08T12:36:22Z</dcterms:created>
  <dcterms:modified xsi:type="dcterms:W3CDTF">2026-04-08T12:38:10Z</dcterms:modified>
</cp:coreProperties>
</file>